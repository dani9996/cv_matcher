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365760"/>
            <a:ext cx="2743200" cy="2743200"/>
          </a:xfrm>
          <a:prstGeom prst="ellipse">
            <a:avLst/>
          </a:prstGeom>
          <a:solidFill>
            <a:srgbClr val="3B82F6">
              <a:alpha val="6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B82F6"/>
                </a:solidFill>
              </a:rPr>
              <a:t>OPEN SOURCE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CV Matching Agent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tool that reads your CV, matches it to a job opening,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tells you exactly how to adapt it — runs 100% locally, free.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118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Python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3611880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6118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Ollama + llama3.2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0" y="3611880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36118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Gradio UI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Built with Python · Runs locally on your Mac · Zero API costs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Most people send the same CV to every job — and wonder why they never hear back.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13716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822960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Generic CV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2128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Same document sent to 50 different roles — no tailoring, no keywords match.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822960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788920"/>
            <a:ext cx="54864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8892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No feedback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1729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ATS systems reject CVs before a human even reads them.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49040"/>
            <a:ext cx="54864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840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Wasted effort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1330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Hours rewriting without knowing what actually matters for that specific role.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</a:rPr>
              <a:t>Three steps. One click. Runs entirely on your machine.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645920"/>
            <a:ext cx="265176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64592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810512"/>
            <a:ext cx="475488" cy="475488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Upload your CV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285292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Paste text or upload a PDF/DOCX file. The agent extracts structured data: skills, experience, education.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265176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45920"/>
            <a:ext cx="26517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1810512"/>
            <a:ext cx="475488" cy="475488"/>
          </a:xfrm>
          <a:prstGeom prst="ellipse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4992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Paste the job 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64992" y="285292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Drop in any job description. The agent parses required skills, nice-to-haves, and experience requirements.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645920"/>
            <a:ext cx="265176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64592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1810512"/>
            <a:ext cx="475488" cy="475488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45352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</a:rPr>
              <a:t>Get your match report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45352" y="2852928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8B949E"/>
                </a:solidFill>
              </a:rPr>
              <a:t>Score %, skill breakdown (matched / partial / missing), and personalised rewriting advice.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90088" y="3154680"/>
            <a:ext cx="201168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035808" y="30358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70448" y="3154680"/>
            <a:ext cx="201168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16168" y="30358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Get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416052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76072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61288" y="1280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Match Score 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160934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49E"/>
                </a:solidFill>
              </a:rPr>
              <a:t>Visual score with a progress bar. Green = strong match, amber = work needed, red = significant gaps.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16052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10912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96128" y="1280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Skill Breakdown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96128" y="160934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49E"/>
                </a:solidFill>
              </a:rPr>
              <a:t>Every required skill categorised: matched, partial (reframeable), or missing.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416052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61288" y="2514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Rewriting Advice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" y="284378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49E"/>
                </a:solidFill>
              </a:rPr>
              <a:t>Concrete tips referencing YOUR actual companies and roles — not generic suggestions.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423160"/>
            <a:ext cx="416052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10912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96128" y="2514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PDF / DOCX Upload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96128" y="284378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49E"/>
                </a:solidFill>
              </a:rPr>
              <a:t>Upload your existing CV file directly. No copy-paste needed.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416052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6072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61288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100% Local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1288" y="407822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49E"/>
                </a:solidFill>
              </a:rPr>
              <a:t>Nothing leaves your machine. No subscription, no API costs, no data shared.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657600"/>
            <a:ext cx="416052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28600" dist="76200" dir="8100000">
              <a:srgbClr val="000000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10912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96128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Fast Analysis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96128" y="407822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49E"/>
                </a:solidFill>
              </a:rPr>
              <a:t>Single LLM call — results in 20–40 seconds on Apple Silicon.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</a:rPr>
              <a:t>Zero cloud dependencies. Everything runs on your Mac.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11480" y="1600200"/>
            <a:ext cx="83210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600200"/>
            <a:ext cx="54864" cy="7132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Python 3.10+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984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Core language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709928"/>
            <a:ext cx="13716" cy="49377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755648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Agent logic, file parsing, UI backend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423160"/>
            <a:ext cx="83210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423160"/>
            <a:ext cx="54864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496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Gradio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2807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Web Interface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2532888"/>
            <a:ext cx="13716" cy="49377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578608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Browser-based UI, auto-launches on localhost:7860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246120"/>
            <a:ext cx="83210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246120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319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Ollama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3630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Local LLM runtime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3355848"/>
            <a:ext cx="13716" cy="49377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3401568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Runs llama3.2 / mistral / phi3 on your hardware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069080"/>
            <a:ext cx="83210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069080"/>
            <a:ext cx="54864" cy="7132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142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pypdf + python-docx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" y="4453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File parsing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08960" y="4178808"/>
            <a:ext cx="13716" cy="49377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4224528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Extracts text from uploaded CV files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26080" y="466344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4663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22C55E"/>
                </a:solidFill>
              </a:rPr>
              <a:t>✓  No API keys  ·  No subscriptions  ·  No data shared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371600"/>
            <a:ext cx="3657600" cy="3657600"/>
          </a:xfrm>
          <a:prstGeom prst="ellipse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Started in 4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16152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170432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1704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Ollama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6550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ollama.com — free local AI runtime for Mac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12264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2066544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06654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llama3.2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5511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Downloads the AI model (~2GB, once only)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2962656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296265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pip3 install gradio pypdf python-docx requests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4472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Install Python dependencies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04488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3858768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85876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app.py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343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Open http://127.0.0.1:7860 in your browser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⭐  Star on GitHub  ·  Fork it  ·  Contribute  ·  Share with job seekers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2026-05-16T08:35:09Z</dcterms:created>
  <dcterms:modified xsi:type="dcterms:W3CDTF">2026-05-16T08:35:09Z</dcterms:modified>
</cp:coreProperties>
</file>